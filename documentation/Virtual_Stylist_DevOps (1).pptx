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64" r:id="rId11"/>
    <p:sldId id="265" r:id="rId12"/>
    <p:sldId id="266" r:id="rId13"/>
    <p:sldId id="273" r:id="rId14"/>
    <p:sldId id="267" r:id="rId15"/>
    <p:sldId id="268" r:id="rId16"/>
    <p:sldId id="269" r:id="rId17"/>
    <p:sldId id="270" r:id="rId18"/>
    <p:sldId id="271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445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Stylist Application Deployment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6916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DevOps and Cloud Technologies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2423160"/>
            <a:ext cx="32004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26060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2606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Vikhyat Saini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9900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No.: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29900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12322613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3741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33741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INT377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37581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37581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Arshiya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41422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41422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</a:t>
            </a:r>
            <a:endParaRPr lang="en-US" sz="1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365760"/>
            <a:ext cx="3291840" cy="4389120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663440"/>
            <a:ext cx="384048" cy="384048"/>
          </a:xfrm>
          <a:prstGeom prst="rect">
            <a:avLst/>
          </a:prstGeom>
        </p:spPr>
      </p:pic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663440"/>
            <a:ext cx="384048" cy="384048"/>
          </a:xfrm>
          <a:prstGeom prst="rect">
            <a:avLst/>
          </a:prstGeom>
        </p:spPr>
      </p:pic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4663440"/>
            <a:ext cx="384048" cy="384048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0280" y="4663440"/>
            <a:ext cx="384048" cy="384048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0360" y="4663440"/>
            <a:ext cx="384048" cy="384048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0440" y="4663440"/>
            <a:ext cx="384048" cy="384048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60520" y="4663440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03520" cy="658368"/>
          </a:xfrm>
          <a:prstGeom prst="rect">
            <a:avLst/>
          </a:prstGeom>
          <a:solidFill>
            <a:srgbClr val="E8F0FE"/>
          </a:solidFill>
          <a:ln w="635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6984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7899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applications require automation and scalability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828800"/>
            <a:ext cx="5303520" cy="658368"/>
          </a:xfrm>
          <a:prstGeom prst="rect">
            <a:avLst/>
          </a:prstGeom>
          <a:solidFill>
            <a:srgbClr val="E8F0FE"/>
          </a:solidFill>
          <a:ln w="635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89280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90195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improves software delivery lifecycle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65760" y="2651760"/>
            <a:ext cx="5303520" cy="658368"/>
          </a:xfrm>
          <a:prstGeom prst="rect">
            <a:avLst/>
          </a:prstGeom>
          <a:solidFill>
            <a:srgbClr val="E8F0FE"/>
          </a:solidFill>
          <a:ln w="635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715768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72491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enables flexible deployment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365760" y="3474720"/>
            <a:ext cx="5303520" cy="658368"/>
          </a:xfrm>
          <a:prstGeom prst="rect">
            <a:avLst/>
          </a:prstGeom>
          <a:solidFill>
            <a:srgbClr val="E8F0FE"/>
          </a:solidFill>
          <a:ln w="635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538728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5478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deploys a Virtual Stylist application using DevOps tools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914400"/>
            <a:ext cx="2926080" cy="38404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9C75FF5-20B2-D413-CAD3-0FAA30B49DD4}"/>
              </a:ext>
            </a:extLst>
          </p:cNvPr>
          <p:cNvSpPr txBox="1"/>
          <p:nvPr/>
        </p:nvSpPr>
        <p:spPr>
          <a:xfrm>
            <a:off x="365761" y="4370359"/>
            <a:ext cx="530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The main objective of the project is to automate the deployment lifecycle using DevOps tools and cloud infrastructure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3840480" cy="3566160"/>
          </a:xfrm>
          <a:prstGeom prst="rect">
            <a:avLst/>
          </a:prstGeom>
          <a:solidFill>
            <a:srgbClr val="FFF1F0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93268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91440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389888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issues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delivery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downtime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monitoring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79392" y="23317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4A261"/>
                </a:solidFill>
              </a:rPr>
              <a:t>➜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983480" y="868680"/>
            <a:ext cx="3840480" cy="3566160"/>
          </a:xfrm>
          <a:prstGeom prst="rect">
            <a:avLst/>
          </a:prstGeom>
          <a:solidFill>
            <a:srgbClr val="F0FFF4"/>
          </a:solidFill>
          <a:ln w="19050">
            <a:solidFill>
              <a:srgbClr val="2D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349240" y="93268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91440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389888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infrastructure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3EC106-EF59-BB0B-0FFB-C4D1EFC507BC}"/>
              </a:ext>
            </a:extLst>
          </p:cNvPr>
          <p:cNvSpPr txBox="1"/>
          <p:nvPr/>
        </p:nvSpPr>
        <p:spPr>
          <a:xfrm>
            <a:off x="320040" y="4597940"/>
            <a:ext cx="8503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The proposed system addresses these limitations by integrating automation, orchestration, and monitoring into a unified deployment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1005840"/>
          </a:xfrm>
          <a:prstGeom prst="rect">
            <a:avLst/>
          </a:prstGeom>
          <a:solidFill>
            <a:srgbClr val="E8F0FE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1887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188720"/>
            <a:ext cx="3310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Virtual Stylist application on cloud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800600" y="1005840"/>
            <a:ext cx="4206240" cy="1005840"/>
          </a:xfrm>
          <a:prstGeom prst="rect">
            <a:avLst/>
          </a:prstGeom>
          <a:solidFill>
            <a:srgbClr val="E8F0FE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18872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77840" y="1188720"/>
            <a:ext cx="3310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CI/CD pipeline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20040" y="2240280"/>
            <a:ext cx="4206240" cy="1005840"/>
          </a:xfrm>
          <a:prstGeom prst="rect">
            <a:avLst/>
          </a:prstGeom>
          <a:solidFill>
            <a:srgbClr val="E8F0FE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242316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423160"/>
            <a:ext cx="3310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Docker for containerization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800600" y="2240280"/>
            <a:ext cx="4206240" cy="1005840"/>
          </a:xfrm>
          <a:prstGeom prst="rect">
            <a:avLst/>
          </a:prstGeom>
          <a:solidFill>
            <a:srgbClr val="E8F0FE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42316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577840" y="2423160"/>
            <a:ext cx="3310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using Kubernetes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320040" y="3474720"/>
            <a:ext cx="4206240" cy="1005840"/>
          </a:xfrm>
          <a:prstGeom prst="rect">
            <a:avLst/>
          </a:prstGeom>
          <a:solidFill>
            <a:srgbClr val="E8F0FE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3657600"/>
            <a:ext cx="548640" cy="5486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3657600"/>
            <a:ext cx="3310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using Prometheus &amp; Grafana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4800600" y="3474720"/>
            <a:ext cx="4206240" cy="1005840"/>
          </a:xfrm>
          <a:prstGeom prst="rect">
            <a:avLst/>
          </a:prstGeom>
          <a:solidFill>
            <a:srgbClr val="E8F0FE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3657600"/>
            <a:ext cx="548640" cy="5486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577840" y="3657600"/>
            <a:ext cx="33101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infrastructure using Terraform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1645920"/>
          </a:xfrm>
          <a:prstGeom prst="rect">
            <a:avLst/>
          </a:prstGeom>
          <a:solidFill>
            <a:srgbClr val="F5F5F5"/>
          </a:solidFill>
          <a:ln w="1016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12471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7647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2130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32304" y="960120"/>
            <a:ext cx="1920240" cy="1645920"/>
          </a:xfrm>
          <a:prstGeom prst="rect">
            <a:avLst/>
          </a:prstGeom>
          <a:solidFill>
            <a:srgbClr val="EBF5FF"/>
          </a:solidFill>
          <a:ln w="1016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104" y="112471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32304" y="17647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432304" y="2130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90288" y="960120"/>
            <a:ext cx="1920240" cy="1645920"/>
          </a:xfrm>
          <a:prstGeom prst="rect">
            <a:avLst/>
          </a:prstGeom>
          <a:solidFill>
            <a:srgbClr val="FFF0F0"/>
          </a:solidFill>
          <a:ln w="1016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088" y="112471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90288" y="17647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90288" y="2130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748272" y="960120"/>
            <a:ext cx="1920240" cy="1645920"/>
          </a:xfrm>
          <a:prstGeom prst="rect">
            <a:avLst/>
          </a:prstGeom>
          <a:solidFill>
            <a:srgbClr val="EBF0FF"/>
          </a:solidFill>
          <a:ln w="1016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1124712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48272" y="17647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748272" y="2130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274320" y="2880360"/>
            <a:ext cx="1920240" cy="1645920"/>
          </a:xfrm>
          <a:prstGeom prst="rect">
            <a:avLst/>
          </a:prstGeom>
          <a:solidFill>
            <a:srgbClr val="F5EDFF"/>
          </a:solidFill>
          <a:ln w="1016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044952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74320" y="36850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274320" y="40507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2432304" y="2880360"/>
            <a:ext cx="1920240" cy="1645920"/>
          </a:xfrm>
          <a:prstGeom prst="rect">
            <a:avLst/>
          </a:prstGeom>
          <a:solidFill>
            <a:srgbClr val="FFF8ED"/>
          </a:solidFill>
          <a:ln w="1016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8104" y="3044952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432304" y="36850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2432304" y="40507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590288" y="2880360"/>
            <a:ext cx="1920240" cy="1645920"/>
          </a:xfrm>
          <a:prstGeom prst="rect">
            <a:avLst/>
          </a:prstGeom>
          <a:solidFill>
            <a:srgbClr val="FFF2EB"/>
          </a:solidFill>
          <a:ln w="1016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6088" y="3044952"/>
            <a:ext cx="548640" cy="54864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90288" y="36850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4590288" y="40507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748272" y="2880360"/>
            <a:ext cx="1920240" cy="1645920"/>
          </a:xfrm>
          <a:prstGeom prst="rect">
            <a:avLst/>
          </a:prstGeom>
          <a:solidFill>
            <a:srgbClr val="FFF3EB"/>
          </a:solidFill>
          <a:ln w="1016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4072" y="3044952"/>
            <a:ext cx="548640" cy="54864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748272" y="36850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6748272" y="40507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0A62609-7539-E360-53D8-312BDC694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56" y="1043721"/>
            <a:ext cx="6977241" cy="3809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Provisioning using Terraform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05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" y="16002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approach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EC2 provisioning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management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cloud configuration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846320" y="914400"/>
            <a:ext cx="3931920" cy="3977640"/>
          </a:xfrm>
          <a:prstGeom prst="rect">
            <a:avLst/>
          </a:prstGeom>
          <a:solidFill>
            <a:srgbClr val="E8F0FE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4846320" y="2606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AWS EC2 Console ]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39B99BC-9A9B-6DDA-DDBB-148A1ECE5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9728" y="914400"/>
            <a:ext cx="4958512" cy="397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252C9B-E526-D91D-7817-3818AB0FBE4D}"/>
              </a:ext>
            </a:extLst>
          </p:cNvPr>
          <p:cNvSpPr txBox="1"/>
          <p:nvPr/>
        </p:nvSpPr>
        <p:spPr>
          <a:xfrm>
            <a:off x="78377" y="3147871"/>
            <a:ext cx="3651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Terraform simplified cloud setup by allowing infrastructure provisioning through configuration files instead of manual AWS setup.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82E216-9AA1-2E94-ABC4-3CB7204E4809}"/>
              </a:ext>
            </a:extLst>
          </p:cNvPr>
          <p:cNvSpPr/>
          <p:nvPr/>
        </p:nvSpPr>
        <p:spPr>
          <a:xfrm>
            <a:off x="-1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A4149AF-97D8-929C-DFF4-420BEC892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33" y="1241175"/>
            <a:ext cx="8298133" cy="336325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58" y="137160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9098" y="1600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64340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" y="1664208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packaged into Docker container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portability and consistency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deployment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846320" y="914400"/>
            <a:ext cx="3931920" cy="3977640"/>
          </a:xfrm>
          <a:prstGeom prst="rect">
            <a:avLst/>
          </a:prstGeom>
          <a:solidFill>
            <a:srgbClr val="E8F0FE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846320" y="2606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docker images ]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0F4B95-C444-6C78-0CC0-0EAE38840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3700684"/>
            <a:ext cx="6760028" cy="13285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159262-F491-B87A-3890-763E3D0530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3289" y="777241"/>
            <a:ext cx="5238459" cy="28333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CI/CD Pipeline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005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3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" y="2215461"/>
            <a:ext cx="3931920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73736" y="2297757"/>
            <a:ext cx="320040" cy="32004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73736" y="2297757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30936" y="2279469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source code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" y="2928693"/>
            <a:ext cx="3931920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73736" y="3010989"/>
            <a:ext cx="320040" cy="32004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73736" y="3010989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30936" y="2992701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Docker image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" y="3641925"/>
            <a:ext cx="3931920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173736" y="3724221"/>
            <a:ext cx="320040" cy="32004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173736" y="3724221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30936" y="3705933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image to DockerHub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" y="4258492"/>
            <a:ext cx="3931920" cy="804672"/>
          </a:xfrm>
          <a:prstGeom prst="rect">
            <a:avLst/>
          </a:prstGeom>
          <a:solidFill>
            <a:srgbClr val="E8F4FD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" y="4349932"/>
            <a:ext cx="438912" cy="43891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95528" y="442308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261"/>
                </a:solidFill>
              </a:rPr>
              <a:t>→</a:t>
            </a:r>
            <a:endParaRPr lang="en-US" sz="16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4349932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819656" y="442308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261"/>
                </a:solidFill>
              </a:rPr>
              <a:t>→</a:t>
            </a:r>
            <a:endParaRPr lang="en-US" sz="16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5144" y="4349932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9728" y="47522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→  Jenkins  →  DockerHub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846320" y="25146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Jenkins Pipeline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(Success Build) ]</a:t>
            </a:r>
            <a:endParaRPr lang="en-US" sz="11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5DE22E6-BA8A-134F-68FB-759CF34EDB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9936" y="1028700"/>
            <a:ext cx="5010912" cy="37947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436FD09-37C8-70E9-71BC-60AADF9CC0D8}"/>
              </a:ext>
            </a:extLst>
          </p:cNvPr>
          <p:cNvSpPr txBox="1"/>
          <p:nvPr/>
        </p:nvSpPr>
        <p:spPr>
          <a:xfrm>
            <a:off x="109728" y="1582366"/>
            <a:ext cx="384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The CI/CD pipeline automates the software delivery process and eliminates repetitive deployment tasks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Deployment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621792" cy="621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 Cluster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65760" y="1346921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deployed using K3s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and Service YAMLs used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 service exposed application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2944368"/>
            <a:ext cx="4023360" cy="530352"/>
          </a:xfrm>
          <a:prstGeom prst="rect">
            <a:avLst/>
          </a:prstGeom>
          <a:solidFill>
            <a:srgbClr val="1A1A2E"/>
          </a:solidFill>
          <a:ln w="635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11480" y="3017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Screenshot: </a:t>
            </a:r>
            <a:r>
              <a:rPr lang="en-US" sz="1050" i="1" dirty="0" err="1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</a:t>
            </a:r>
            <a:r>
              <a:rPr lang="en-US" sz="1050" i="1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 pods ]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4224528"/>
            <a:ext cx="4023360" cy="530352"/>
          </a:xfrm>
          <a:prstGeom prst="rect">
            <a:avLst/>
          </a:prstGeom>
          <a:solidFill>
            <a:srgbClr val="1A1A2E"/>
          </a:solidFill>
          <a:ln w="635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114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EC8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Screenshot: kubectl get nodes ]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46320" y="26517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Kubernetes Screenshot ]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413E7B4-FC5F-85EC-AE53-B3C4AE4CA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337668"/>
            <a:ext cx="7791994" cy="13597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E78F63B-9933-6147-D340-345FA94146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178774"/>
            <a:ext cx="7791994" cy="5852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Visualization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560320" cy="1298448"/>
          </a:xfrm>
          <a:prstGeom prst="rect">
            <a:avLst/>
          </a:prstGeom>
          <a:solidFill>
            <a:srgbClr val="FFF2EB"/>
          </a:solidFill>
          <a:ln w="25400">
            <a:solidFill>
              <a:srgbClr val="E652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560320" cy="420624"/>
          </a:xfrm>
          <a:prstGeom prst="rect">
            <a:avLst/>
          </a:prstGeom>
          <a:solidFill>
            <a:srgbClr val="E6521F"/>
          </a:solidFill>
          <a:ln w="12700">
            <a:solidFill>
              <a:srgbClr val="E652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509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950976"/>
            <a:ext cx="2048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" y="140817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metrics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2291225"/>
            <a:ext cx="2560320" cy="1298448"/>
          </a:xfrm>
          <a:prstGeom prst="rect">
            <a:avLst/>
          </a:prstGeom>
          <a:solidFill>
            <a:srgbClr val="F0FFF4"/>
          </a:solidFill>
          <a:ln w="25400">
            <a:solidFill>
              <a:srgbClr val="2D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20040" y="2291225"/>
            <a:ext cx="2560320" cy="420624"/>
          </a:xfrm>
          <a:prstGeom prst="rect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391809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5528" y="2391809"/>
            <a:ext cx="2048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Exporter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0040" y="2849009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system metrics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0040" y="3653681"/>
            <a:ext cx="2560320" cy="1298448"/>
          </a:xfrm>
          <a:prstGeom prst="rect">
            <a:avLst/>
          </a:prstGeom>
          <a:solidFill>
            <a:srgbClr val="FFF3EB"/>
          </a:solidFill>
          <a:ln w="254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320040" y="3653681"/>
            <a:ext cx="2560320" cy="420624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690257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" y="3690257"/>
            <a:ext cx="2048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20040" y="4147457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metrics</a:t>
            </a:r>
            <a:endParaRPr lang="en-US" sz="12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4BE65FB-5521-04D1-F282-8068110245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5224" y="1124712"/>
            <a:ext cx="6172200" cy="37342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9F0277-4EF3-28F4-7566-54CD49400D7D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26" y="18745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80951" y="22402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Targets</a:t>
            </a:r>
            <a:endParaRPr lang="en-US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B001CF-70EB-161D-B1E4-A09D3AD5B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34" y="1565233"/>
            <a:ext cx="8007531" cy="233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890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Application Deployment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188720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969264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0058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737360" y="914400"/>
            <a:ext cx="1188720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12" y="969264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40280" y="10058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108960" y="914400"/>
            <a:ext cx="1188720" cy="566928"/>
          </a:xfrm>
          <a:prstGeom prst="rect">
            <a:avLst/>
          </a:prstGeom>
          <a:solidFill>
            <a:srgbClr val="E8F0FE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2112" y="969264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11880" y="10058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480560" y="924377"/>
            <a:ext cx="363800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successfully deployed on AWS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accessible using Kubernetes NodePort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22960" y="34290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Final Application UI ]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917AAA-16D1-ABE7-D722-32A66700EF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028" y="1729049"/>
            <a:ext cx="6505303" cy="327645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the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005840"/>
          </a:xfrm>
          <a:prstGeom prst="rect">
            <a:avLst/>
          </a:prstGeom>
          <a:solidFill>
            <a:srgbClr val="E8F0FE"/>
          </a:solidFill>
          <a:ln w="190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658368" cy="658368"/>
          </a:xfrm>
          <a:prstGeom prst="ellipse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197864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207008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deployment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846320" y="1005840"/>
            <a:ext cx="4023360" cy="1005840"/>
          </a:xfrm>
          <a:prstGeom prst="rect">
            <a:avLst/>
          </a:prstGeom>
          <a:solidFill>
            <a:srgbClr val="E8F0FE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937760" y="1143000"/>
            <a:ext cx="658368" cy="65836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1197864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207008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457200" y="2286000"/>
            <a:ext cx="4023360" cy="1005840"/>
          </a:xfrm>
          <a:prstGeom prst="rect">
            <a:avLst/>
          </a:prstGeom>
          <a:solidFill>
            <a:srgbClr val="E8F0FE"/>
          </a:solidFill>
          <a:ln w="19050">
            <a:solidFill>
              <a:srgbClr val="2D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548640" y="2423160"/>
            <a:ext cx="658368" cy="658368"/>
          </a:xfrm>
          <a:prstGeom prst="ellipse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2478024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2487168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846320" y="2286000"/>
            <a:ext cx="4023360" cy="1005840"/>
          </a:xfrm>
          <a:prstGeom prst="rect">
            <a:avLst/>
          </a:prstGeom>
          <a:solidFill>
            <a:srgbClr val="E8F0FE"/>
          </a:solidFill>
          <a:ln w="1905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4937760" y="2423160"/>
            <a:ext cx="658368" cy="65836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2478024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69280" y="2487168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57200" y="3566160"/>
            <a:ext cx="4023360" cy="1005840"/>
          </a:xfrm>
          <a:prstGeom prst="rect">
            <a:avLst/>
          </a:prstGeom>
          <a:solidFill>
            <a:srgbClr val="E8F0FE"/>
          </a:solidFill>
          <a:ln w="19050">
            <a:solidFill>
              <a:srgbClr val="E652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548640" y="3703320"/>
            <a:ext cx="658368" cy="658368"/>
          </a:xfrm>
          <a:prstGeom prst="ellipse">
            <a:avLst/>
          </a:prstGeom>
          <a:solidFill>
            <a:srgbClr val="E6521F"/>
          </a:solidFill>
          <a:ln w="12700">
            <a:solidFill>
              <a:srgbClr val="E652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3758184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3767328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4846320" y="3566160"/>
            <a:ext cx="4023360" cy="1005840"/>
          </a:xfrm>
          <a:prstGeom prst="rect">
            <a:avLst/>
          </a:prstGeom>
          <a:solidFill>
            <a:srgbClr val="E8F0FE"/>
          </a:solidFill>
          <a:ln w="19050">
            <a:solidFill>
              <a:srgbClr val="2D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4937760" y="3703320"/>
            <a:ext cx="658368" cy="658368"/>
          </a:xfrm>
          <a:prstGeom prst="ellipse">
            <a:avLst/>
          </a:prstGeom>
          <a:solidFill>
            <a:srgbClr val="2D9E5F"/>
          </a:solidFill>
          <a:ln w="12700">
            <a:solidFill>
              <a:srgbClr val="2D9E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2624" y="3758184"/>
            <a:ext cx="548640" cy="5486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669280" y="3767328"/>
            <a:ext cx="3108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effort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FFF8F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078992"/>
            <a:ext cx="384048" cy="38404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1078992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6192" y="109728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memory limitations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57200" y="1828800"/>
            <a:ext cx="8229600" cy="658368"/>
          </a:xfrm>
          <a:prstGeom prst="rect">
            <a:avLst/>
          </a:prstGeom>
          <a:solidFill>
            <a:srgbClr val="FFF8F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901952"/>
            <a:ext cx="384048" cy="38404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1901952"/>
            <a:ext cx="384048" cy="3840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36192" y="192024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Docker permission issues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457200" y="2651760"/>
            <a:ext cx="8229600" cy="658368"/>
          </a:xfrm>
          <a:prstGeom prst="rect">
            <a:avLst/>
          </a:prstGeom>
          <a:solidFill>
            <a:srgbClr val="FFF8F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724912"/>
            <a:ext cx="384048" cy="38404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2724912"/>
            <a:ext cx="384048" cy="38404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536192" y="274320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debugging</a:t>
            </a:r>
            <a:endParaRPr lang="en-US" sz="1300" dirty="0"/>
          </a:p>
        </p:txBody>
      </p:sp>
      <p:sp>
        <p:nvSpPr>
          <p:cNvPr id="16" name="Shape 8"/>
          <p:cNvSpPr/>
          <p:nvPr/>
        </p:nvSpPr>
        <p:spPr>
          <a:xfrm>
            <a:off x="457200" y="3474720"/>
            <a:ext cx="8229600" cy="658368"/>
          </a:xfrm>
          <a:prstGeom prst="rect">
            <a:avLst/>
          </a:prstGeom>
          <a:solidFill>
            <a:srgbClr val="FFF8F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547872"/>
            <a:ext cx="384048" cy="384048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3547872"/>
            <a:ext cx="384048" cy="38404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536192" y="3566160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configuration setup</a:t>
            </a:r>
            <a:endParaRPr lang="en-US" sz="1300" dirty="0"/>
          </a:p>
        </p:txBody>
      </p:sp>
      <p:sp>
        <p:nvSpPr>
          <p:cNvPr id="20" name="Shape 10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1"/>
          <p:cNvSpPr/>
          <p:nvPr/>
        </p:nvSpPr>
        <p:spPr>
          <a:xfrm>
            <a:off x="548640" y="438912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Troubleshooting these challenges greatly improved the overall learning experience.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01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389888"/>
            <a:ext cx="3931920" cy="2743200"/>
          </a:xfrm>
          <a:prstGeom prst="rect">
            <a:avLst/>
          </a:prstGeom>
          <a:solidFill>
            <a:srgbClr val="E8F0FE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94360" y="15087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implemented complete DevOps lifecycle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deployment pipeline achieved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integrated successfully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96012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3520" y="9601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846320" y="1389888"/>
            <a:ext cx="3931920" cy="2743200"/>
          </a:xfrm>
          <a:prstGeom prst="rect">
            <a:avLst/>
          </a:prstGeom>
          <a:solidFill>
            <a:srgbClr val="FFF8F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4983480" y="15087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recommendations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Kubernetes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integration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automation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663440"/>
            <a:ext cx="347472" cy="347472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5960" y="4663440"/>
            <a:ext cx="347472" cy="347472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7520" y="4663440"/>
            <a:ext cx="347472" cy="34747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9080" y="4663440"/>
            <a:ext cx="347472" cy="347472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4663440"/>
            <a:ext cx="347472" cy="347472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4663440"/>
            <a:ext cx="347472" cy="347472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23760" y="466344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297680"/>
            <a:ext cx="457200" cy="4572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297680"/>
            <a:ext cx="457200" cy="45720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297680"/>
            <a:ext cx="457200" cy="45720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4297680"/>
            <a:ext cx="457200" cy="45720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4297680"/>
            <a:ext cx="457200" cy="457200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4297680"/>
            <a:ext cx="457200" cy="457200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0" y="4297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456</Words>
  <Application>Microsoft Office PowerPoint</Application>
  <PresentationFormat>On-screen Show (16:9)</PresentationFormat>
  <Paragraphs>150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Stylist Application Deployment using DevOps and Cloud Technologies</dc:title>
  <dc:subject>PptxGenJS Presentation</dc:subject>
  <dc:creator>PptxGenJS</dc:creator>
  <cp:lastModifiedBy>Vikhyat Saini</cp:lastModifiedBy>
  <cp:revision>3</cp:revision>
  <dcterms:created xsi:type="dcterms:W3CDTF">2026-05-26T18:11:37Z</dcterms:created>
  <dcterms:modified xsi:type="dcterms:W3CDTF">2026-05-27T09:59:33Z</dcterms:modified>
</cp:coreProperties>
</file>